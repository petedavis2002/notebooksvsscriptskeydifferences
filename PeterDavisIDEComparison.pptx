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7" r:id="rId6"/>
    <p:sldId id="264" r:id="rId7"/>
    <p:sldId id="293" r:id="rId8"/>
    <p:sldId id="296" r:id="rId9"/>
    <p:sldId id="295" r:id="rId10"/>
    <p:sldId id="294" r:id="rId11"/>
    <p:sldId id="298" r:id="rId12"/>
    <p:sldId id="297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9A234-A485-44B4-B856-ACFE33F77F4D}" v="7" dt="2026-04-19T17:56:36.495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3204" autoAdjust="0"/>
  </p:normalViewPr>
  <p:slideViewPr>
    <p:cSldViewPr snapToGrid="0">
      <p:cViewPr varScale="1">
        <p:scale>
          <a:sx n="94" d="100"/>
          <a:sy n="94" d="100"/>
        </p:scale>
        <p:origin x="84" y="144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Davis" userId="556ab5e7-1189-4397-abc3-a43930057d65" providerId="ADAL" clId="{2A59A234-A485-44B4-B856-ACFE33F77F4D}"/>
    <pc:docChg chg="custSel addSld delSld modSld sldOrd">
      <pc:chgData name="Peter Davis" userId="556ab5e7-1189-4397-abc3-a43930057d65" providerId="ADAL" clId="{2A59A234-A485-44B4-B856-ACFE33F77F4D}" dt="2026-04-19T17:57:07.723" v="2298" actId="14100"/>
      <pc:docMkLst>
        <pc:docMk/>
      </pc:docMkLst>
      <pc:sldChg chg="modSp mod">
        <pc:chgData name="Peter Davis" userId="556ab5e7-1189-4397-abc3-a43930057d65" providerId="ADAL" clId="{2A59A234-A485-44B4-B856-ACFE33F77F4D}" dt="2026-04-14T02:23:08.722" v="338" actId="20577"/>
        <pc:sldMkLst>
          <pc:docMk/>
          <pc:sldMk cId="1642425379" sldId="256"/>
        </pc:sldMkLst>
        <pc:spChg chg="mod">
          <ac:chgData name="Peter Davis" userId="556ab5e7-1189-4397-abc3-a43930057d65" providerId="ADAL" clId="{2A59A234-A485-44B4-B856-ACFE33F77F4D}" dt="2026-04-14T02:23:08.722" v="338" actId="20577"/>
          <ac:spMkLst>
            <pc:docMk/>
            <pc:sldMk cId="1642425379" sldId="256"/>
            <ac:spMk id="2" creationId="{216815C6-3AD0-46E6-A74A-1967BD91AF50}"/>
          </ac:spMkLst>
        </pc:spChg>
      </pc:sldChg>
      <pc:sldChg chg="del">
        <pc:chgData name="Peter Davis" userId="556ab5e7-1189-4397-abc3-a43930057d65" providerId="ADAL" clId="{2A59A234-A485-44B4-B856-ACFE33F77F4D}" dt="2026-04-13T17:15:12.037" v="122" actId="2696"/>
        <pc:sldMkLst>
          <pc:docMk/>
          <pc:sldMk cId="707789176" sldId="258"/>
        </pc:sldMkLst>
      </pc:sldChg>
      <pc:sldChg chg="del">
        <pc:chgData name="Peter Davis" userId="556ab5e7-1189-4397-abc3-a43930057d65" providerId="ADAL" clId="{2A59A234-A485-44B4-B856-ACFE33F77F4D}" dt="2026-04-17T20:32:43.414" v="2291" actId="2696"/>
        <pc:sldMkLst>
          <pc:docMk/>
          <pc:sldMk cId="566997565" sldId="260"/>
        </pc:sldMkLst>
      </pc:sldChg>
      <pc:sldChg chg="del ord">
        <pc:chgData name="Peter Davis" userId="556ab5e7-1189-4397-abc3-a43930057d65" providerId="ADAL" clId="{2A59A234-A485-44B4-B856-ACFE33F77F4D}" dt="2026-04-17T20:32:32.770" v="2288" actId="2696"/>
        <pc:sldMkLst>
          <pc:docMk/>
          <pc:sldMk cId="1593920805" sldId="262"/>
        </pc:sldMkLst>
      </pc:sldChg>
      <pc:sldChg chg="modSp mod ord">
        <pc:chgData name="Peter Davis" userId="556ab5e7-1189-4397-abc3-a43930057d65" providerId="ADAL" clId="{2A59A234-A485-44B4-B856-ACFE33F77F4D}" dt="2026-04-14T03:02:24.294" v="937" actId="20577"/>
        <pc:sldMkLst>
          <pc:docMk/>
          <pc:sldMk cId="1346372204" sldId="264"/>
        </pc:sldMkLst>
        <pc:spChg chg="mod">
          <ac:chgData name="Peter Davis" userId="556ab5e7-1189-4397-abc3-a43930057d65" providerId="ADAL" clId="{2A59A234-A485-44B4-B856-ACFE33F77F4D}" dt="2026-04-13T17:15:41.016" v="139" actId="14100"/>
          <ac:spMkLst>
            <pc:docMk/>
            <pc:sldMk cId="1346372204" sldId="264"/>
            <ac:spMk id="2" creationId="{537E1C88-627C-4655-A4FB-0BB02EDB078A}"/>
          </ac:spMkLst>
        </pc:spChg>
        <pc:spChg chg="mod">
          <ac:chgData name="Peter Davis" userId="556ab5e7-1189-4397-abc3-a43930057d65" providerId="ADAL" clId="{2A59A234-A485-44B4-B856-ACFE33F77F4D}" dt="2026-04-14T03:02:24.294" v="937" actId="20577"/>
          <ac:spMkLst>
            <pc:docMk/>
            <pc:sldMk cId="1346372204" sldId="264"/>
            <ac:spMk id="3" creationId="{033634FE-ADF0-4BC3-A0A9-447EA9DD096B}"/>
          </ac:spMkLst>
        </pc:spChg>
      </pc:sldChg>
      <pc:sldChg chg="del">
        <pc:chgData name="Peter Davis" userId="556ab5e7-1189-4397-abc3-a43930057d65" providerId="ADAL" clId="{2A59A234-A485-44B4-B856-ACFE33F77F4D}" dt="2026-04-15T18:55:03.674" v="2284" actId="2696"/>
        <pc:sldMkLst>
          <pc:docMk/>
          <pc:sldMk cId="4151694508" sldId="268"/>
        </pc:sldMkLst>
      </pc:sldChg>
      <pc:sldChg chg="modSp mod">
        <pc:chgData name="Peter Davis" userId="556ab5e7-1189-4397-abc3-a43930057d65" providerId="ADAL" clId="{2A59A234-A485-44B4-B856-ACFE33F77F4D}" dt="2026-04-19T17:57:07.723" v="2298" actId="14100"/>
        <pc:sldMkLst>
          <pc:docMk/>
          <pc:sldMk cId="2436493926" sldId="276"/>
        </pc:sldMkLst>
        <pc:spChg chg="mod">
          <ac:chgData name="Peter Davis" userId="556ab5e7-1189-4397-abc3-a43930057d65" providerId="ADAL" clId="{2A59A234-A485-44B4-B856-ACFE33F77F4D}" dt="2026-04-19T17:57:03.764" v="2297" actId="14100"/>
          <ac:spMkLst>
            <pc:docMk/>
            <pc:sldMk cId="2436493926" sldId="276"/>
            <ac:spMk id="2" creationId="{BCCAEE93-8585-46D4-A7EC-F184E317CB2E}"/>
          </ac:spMkLst>
        </pc:spChg>
        <pc:spChg chg="mod">
          <ac:chgData name="Peter Davis" userId="556ab5e7-1189-4397-abc3-a43930057d65" providerId="ADAL" clId="{2A59A234-A485-44B4-B856-ACFE33F77F4D}" dt="2026-04-19T17:57:07.723" v="2298" actId="14100"/>
          <ac:spMkLst>
            <pc:docMk/>
            <pc:sldMk cId="2436493926" sldId="276"/>
            <ac:spMk id="3" creationId="{24AFFC60-19C3-4901-93F7-7AAF4C09F8C6}"/>
          </ac:spMkLst>
        </pc:spChg>
      </pc:sldChg>
      <pc:sldChg chg="modSp mod">
        <pc:chgData name="Peter Davis" userId="556ab5e7-1189-4397-abc3-a43930057d65" providerId="ADAL" clId="{2A59A234-A485-44B4-B856-ACFE33F77F4D}" dt="2026-04-13T17:13:05.748" v="121" actId="20577"/>
        <pc:sldMkLst>
          <pc:docMk/>
          <pc:sldMk cId="2243494996" sldId="277"/>
        </pc:sldMkLst>
        <pc:spChg chg="mod">
          <ac:chgData name="Peter Davis" userId="556ab5e7-1189-4397-abc3-a43930057d65" providerId="ADAL" clId="{2A59A234-A485-44B4-B856-ACFE33F77F4D}" dt="2026-04-13T17:13:05.748" v="121" actId="20577"/>
          <ac:spMkLst>
            <pc:docMk/>
            <pc:sldMk cId="2243494996" sldId="277"/>
            <ac:spMk id="3" creationId="{35E3EA69-4E0E-41BD-8095-A124225A2647}"/>
          </ac:spMkLst>
        </pc:spChg>
      </pc:sldChg>
      <pc:sldChg chg="del">
        <pc:chgData name="Peter Davis" userId="556ab5e7-1189-4397-abc3-a43930057d65" providerId="ADAL" clId="{2A59A234-A485-44B4-B856-ACFE33F77F4D}" dt="2026-04-17T20:32:40.658" v="2290" actId="2696"/>
        <pc:sldMkLst>
          <pc:docMk/>
          <pc:sldMk cId="4252466045" sldId="279"/>
        </pc:sldMkLst>
      </pc:sldChg>
      <pc:sldChg chg="del">
        <pc:chgData name="Peter Davis" userId="556ab5e7-1189-4397-abc3-a43930057d65" providerId="ADAL" clId="{2A59A234-A485-44B4-B856-ACFE33F77F4D}" dt="2026-04-15T18:55:08.359" v="2285" actId="2696"/>
        <pc:sldMkLst>
          <pc:docMk/>
          <pc:sldMk cId="1418789964" sldId="286"/>
        </pc:sldMkLst>
      </pc:sldChg>
      <pc:sldChg chg="del">
        <pc:chgData name="Peter Davis" userId="556ab5e7-1189-4397-abc3-a43930057d65" providerId="ADAL" clId="{2A59A234-A485-44B4-B856-ACFE33F77F4D}" dt="2026-04-13T17:15:28.191" v="123" actId="2696"/>
        <pc:sldMkLst>
          <pc:docMk/>
          <pc:sldMk cId="1329539271" sldId="290"/>
        </pc:sldMkLst>
      </pc:sldChg>
      <pc:sldChg chg="del">
        <pc:chgData name="Peter Davis" userId="556ab5e7-1189-4397-abc3-a43930057d65" providerId="ADAL" clId="{2A59A234-A485-44B4-B856-ACFE33F77F4D}" dt="2026-04-15T18:54:57.886" v="2283" actId="2696"/>
        <pc:sldMkLst>
          <pc:docMk/>
          <pc:sldMk cId="3003251909" sldId="291"/>
        </pc:sldMkLst>
      </pc:sldChg>
      <pc:sldChg chg="del">
        <pc:chgData name="Peter Davis" userId="556ab5e7-1189-4397-abc3-a43930057d65" providerId="ADAL" clId="{2A59A234-A485-44B4-B856-ACFE33F77F4D}" dt="2026-04-17T20:32:37.483" v="2289" actId="2696"/>
        <pc:sldMkLst>
          <pc:docMk/>
          <pc:sldMk cId="2390678392" sldId="292"/>
        </pc:sldMkLst>
      </pc:sldChg>
      <pc:sldChg chg="addSp modSp new mod modClrScheme chgLayout">
        <pc:chgData name="Peter Davis" userId="556ab5e7-1189-4397-abc3-a43930057d65" providerId="ADAL" clId="{2A59A234-A485-44B4-B856-ACFE33F77F4D}" dt="2026-04-14T02:52:47.332" v="749" actId="1076"/>
        <pc:sldMkLst>
          <pc:docMk/>
          <pc:sldMk cId="4177223773" sldId="293"/>
        </pc:sldMkLst>
        <pc:spChg chg="mod">
          <ac:chgData name="Peter Davis" userId="556ab5e7-1189-4397-abc3-a43930057d65" providerId="ADAL" clId="{2A59A234-A485-44B4-B856-ACFE33F77F4D}" dt="2026-04-14T02:51:35.337" v="688" actId="14100"/>
          <ac:spMkLst>
            <pc:docMk/>
            <pc:sldMk cId="4177223773" sldId="293"/>
            <ac:spMk id="2" creationId="{A3558537-4EF4-9ADD-DA02-21C4C100154E}"/>
          </ac:spMkLst>
        </pc:spChg>
        <pc:spChg chg="mod ord">
          <ac:chgData name="Peter Davis" userId="556ab5e7-1189-4397-abc3-a43930057d65" providerId="ADAL" clId="{2A59A234-A485-44B4-B856-ACFE33F77F4D}" dt="2026-04-14T02:50:44.656" v="677" actId="26606"/>
          <ac:spMkLst>
            <pc:docMk/>
            <pc:sldMk cId="4177223773" sldId="293"/>
            <ac:spMk id="3" creationId="{C1DA1B46-0D1B-8420-11C9-78C32F87D1B4}"/>
          </ac:spMkLst>
        </pc:spChg>
        <pc:spChg chg="mod">
          <ac:chgData name="Peter Davis" userId="556ab5e7-1189-4397-abc3-a43930057d65" providerId="ADAL" clId="{2A59A234-A485-44B4-B856-ACFE33F77F4D}" dt="2026-04-14T02:51:22.053" v="686" actId="20577"/>
          <ac:spMkLst>
            <pc:docMk/>
            <pc:sldMk cId="4177223773" sldId="293"/>
            <ac:spMk id="4" creationId="{6C0035AB-7DD4-1AD2-1E15-C84C9900FE37}"/>
          </ac:spMkLst>
        </pc:spChg>
        <pc:spChg chg="add mod">
          <ac:chgData name="Peter Davis" userId="556ab5e7-1189-4397-abc3-a43930057d65" providerId="ADAL" clId="{2A59A234-A485-44B4-B856-ACFE33F77F4D}" dt="2026-04-14T02:52:47.332" v="749" actId="1076"/>
          <ac:spMkLst>
            <pc:docMk/>
            <pc:sldMk cId="4177223773" sldId="293"/>
            <ac:spMk id="7" creationId="{6E1ED09B-1C27-EC92-03A5-74B71BC5C2E3}"/>
          </ac:spMkLst>
        </pc:spChg>
        <pc:picChg chg="add mod">
          <ac:chgData name="Peter Davis" userId="556ab5e7-1189-4397-abc3-a43930057d65" providerId="ADAL" clId="{2A59A234-A485-44B4-B856-ACFE33F77F4D}" dt="2026-04-14T02:52:33.017" v="748" actId="1076"/>
          <ac:picMkLst>
            <pc:docMk/>
            <pc:sldMk cId="4177223773" sldId="293"/>
            <ac:picMk id="6" creationId="{AAFF65D7-498A-B83B-9D4A-C3D0604096D9}"/>
          </ac:picMkLst>
        </pc:picChg>
      </pc:sldChg>
      <pc:sldChg chg="modSp new mod">
        <pc:chgData name="Peter Davis" userId="556ab5e7-1189-4397-abc3-a43930057d65" providerId="ADAL" clId="{2A59A234-A485-44B4-B856-ACFE33F77F4D}" dt="2026-04-14T11:56:46.929" v="1349" actId="255"/>
        <pc:sldMkLst>
          <pc:docMk/>
          <pc:sldMk cId="3542068858" sldId="294"/>
        </pc:sldMkLst>
        <pc:spChg chg="mod">
          <ac:chgData name="Peter Davis" userId="556ab5e7-1189-4397-abc3-a43930057d65" providerId="ADAL" clId="{2A59A234-A485-44B4-B856-ACFE33F77F4D}" dt="2026-04-14T03:16:27.554" v="1239" actId="14100"/>
          <ac:spMkLst>
            <pc:docMk/>
            <pc:sldMk cId="3542068858" sldId="294"/>
            <ac:spMk id="2" creationId="{29F13950-6E73-1712-2F27-641473F4E627}"/>
          </ac:spMkLst>
        </pc:spChg>
        <pc:spChg chg="mod">
          <ac:chgData name="Peter Davis" userId="556ab5e7-1189-4397-abc3-a43930057d65" providerId="ADAL" clId="{2A59A234-A485-44B4-B856-ACFE33F77F4D}" dt="2026-04-14T11:56:41.415" v="1348" actId="255"/>
          <ac:spMkLst>
            <pc:docMk/>
            <pc:sldMk cId="3542068858" sldId="294"/>
            <ac:spMk id="3" creationId="{EF2CF399-FE45-C86B-D328-220C073026F6}"/>
          </ac:spMkLst>
        </pc:spChg>
        <pc:spChg chg="mod">
          <ac:chgData name="Peter Davis" userId="556ab5e7-1189-4397-abc3-a43930057d65" providerId="ADAL" clId="{2A59A234-A485-44B4-B856-ACFE33F77F4D}" dt="2026-04-14T11:56:46.929" v="1349" actId="255"/>
          <ac:spMkLst>
            <pc:docMk/>
            <pc:sldMk cId="3542068858" sldId="294"/>
            <ac:spMk id="4" creationId="{CE73141D-58BC-B74E-270E-DA3F5538F088}"/>
          </ac:spMkLst>
        </pc:spChg>
      </pc:sldChg>
      <pc:sldChg chg="modSp new mod setBg">
        <pc:chgData name="Peter Davis" userId="556ab5e7-1189-4397-abc3-a43930057d65" providerId="ADAL" clId="{2A59A234-A485-44B4-B856-ACFE33F77F4D}" dt="2026-04-14T03:16:01.273" v="1215" actId="20577"/>
        <pc:sldMkLst>
          <pc:docMk/>
          <pc:sldMk cId="2828691191" sldId="295"/>
        </pc:sldMkLst>
        <pc:spChg chg="mod">
          <ac:chgData name="Peter Davis" userId="556ab5e7-1189-4397-abc3-a43930057d65" providerId="ADAL" clId="{2A59A234-A485-44B4-B856-ACFE33F77F4D}" dt="2026-04-14T03:00:23.150" v="776" actId="14100"/>
          <ac:spMkLst>
            <pc:docMk/>
            <pc:sldMk cId="2828691191" sldId="295"/>
            <ac:spMk id="2" creationId="{1674DF04-DB38-BC38-4823-58110B8942C3}"/>
          </ac:spMkLst>
        </pc:spChg>
        <pc:spChg chg="mod">
          <ac:chgData name="Peter Davis" userId="556ab5e7-1189-4397-abc3-a43930057d65" providerId="ADAL" clId="{2A59A234-A485-44B4-B856-ACFE33F77F4D}" dt="2026-04-14T03:16:01.273" v="1215" actId="20577"/>
          <ac:spMkLst>
            <pc:docMk/>
            <pc:sldMk cId="2828691191" sldId="295"/>
            <ac:spMk id="4" creationId="{45C3BE99-3EF3-4DB0-60FE-3D03917F5B80}"/>
          </ac:spMkLst>
        </pc:spChg>
      </pc:sldChg>
      <pc:sldChg chg="addSp delSp modSp new mod modClrScheme chgLayout">
        <pc:chgData name="Peter Davis" userId="556ab5e7-1189-4397-abc3-a43930057d65" providerId="ADAL" clId="{2A59A234-A485-44B4-B856-ACFE33F77F4D}" dt="2026-04-14T18:04:17.800" v="1697" actId="20577"/>
        <pc:sldMkLst>
          <pc:docMk/>
          <pc:sldMk cId="4074980774" sldId="296"/>
        </pc:sldMkLst>
        <pc:spChg chg="del">
          <ac:chgData name="Peter Davis" userId="556ab5e7-1189-4397-abc3-a43930057d65" providerId="ADAL" clId="{2A59A234-A485-44B4-B856-ACFE33F77F4D}" dt="2026-04-14T12:00:36.770" v="1351" actId="26606"/>
          <ac:spMkLst>
            <pc:docMk/>
            <pc:sldMk cId="4074980774" sldId="296"/>
            <ac:spMk id="2" creationId="{D9318F7E-7229-840E-1210-3B7D422A859B}"/>
          </ac:spMkLst>
        </pc:spChg>
        <pc:spChg chg="del">
          <ac:chgData name="Peter Davis" userId="556ab5e7-1189-4397-abc3-a43930057d65" providerId="ADAL" clId="{2A59A234-A485-44B4-B856-ACFE33F77F4D}" dt="2026-04-14T12:00:36.770" v="1351" actId="26606"/>
          <ac:spMkLst>
            <pc:docMk/>
            <pc:sldMk cId="4074980774" sldId="296"/>
            <ac:spMk id="3" creationId="{68CCDAC3-C7E3-5891-F29E-DFF6DD0E3532}"/>
          </ac:spMkLst>
        </pc:spChg>
        <pc:spChg chg="del">
          <ac:chgData name="Peter Davis" userId="556ab5e7-1189-4397-abc3-a43930057d65" providerId="ADAL" clId="{2A59A234-A485-44B4-B856-ACFE33F77F4D}" dt="2026-04-14T12:00:36.770" v="1351" actId="26606"/>
          <ac:spMkLst>
            <pc:docMk/>
            <pc:sldMk cId="4074980774" sldId="296"/>
            <ac:spMk id="4" creationId="{B28EB73D-57E7-93E2-60A2-06E3BCC5BBBC}"/>
          </ac:spMkLst>
        </pc:spChg>
        <pc:spChg chg="mod">
          <ac:chgData name="Peter Davis" userId="556ab5e7-1189-4397-abc3-a43930057d65" providerId="ADAL" clId="{2A59A234-A485-44B4-B856-ACFE33F77F4D}" dt="2026-04-14T12:00:36.770" v="1351" actId="26606"/>
          <ac:spMkLst>
            <pc:docMk/>
            <pc:sldMk cId="4074980774" sldId="296"/>
            <ac:spMk id="5" creationId="{D5052373-EA54-9A11-3165-78B828E281D1}"/>
          </ac:spMkLst>
        </pc:spChg>
        <pc:spChg chg="add mod">
          <ac:chgData name="Peter Davis" userId="556ab5e7-1189-4397-abc3-a43930057d65" providerId="ADAL" clId="{2A59A234-A485-44B4-B856-ACFE33F77F4D}" dt="2026-04-14T12:01:01.840" v="1380" actId="14100"/>
          <ac:spMkLst>
            <pc:docMk/>
            <pc:sldMk cId="4074980774" sldId="296"/>
            <ac:spMk id="10" creationId="{843621F2-FB49-A1B0-D661-F05C594F4977}"/>
          </ac:spMkLst>
        </pc:spChg>
        <pc:spChg chg="add mod">
          <ac:chgData name="Peter Davis" userId="556ab5e7-1189-4397-abc3-a43930057d65" providerId="ADAL" clId="{2A59A234-A485-44B4-B856-ACFE33F77F4D}" dt="2026-04-14T12:09:45.764" v="1602" actId="20577"/>
          <ac:spMkLst>
            <pc:docMk/>
            <pc:sldMk cId="4074980774" sldId="296"/>
            <ac:spMk id="12" creationId="{7248D93A-90C5-87FD-5077-79B38806F036}"/>
          </ac:spMkLst>
        </pc:spChg>
        <pc:spChg chg="add mod">
          <ac:chgData name="Peter Davis" userId="556ab5e7-1189-4397-abc3-a43930057d65" providerId="ADAL" clId="{2A59A234-A485-44B4-B856-ACFE33F77F4D}" dt="2026-04-14T18:04:17.800" v="1697" actId="20577"/>
          <ac:spMkLst>
            <pc:docMk/>
            <pc:sldMk cId="4074980774" sldId="296"/>
            <ac:spMk id="14" creationId="{07C65412-2603-28DD-1128-E03C0244D17A}"/>
          </ac:spMkLst>
        </pc:spChg>
      </pc:sldChg>
      <pc:sldChg chg="modSp new mod">
        <pc:chgData name="Peter Davis" userId="556ab5e7-1189-4397-abc3-a43930057d65" providerId="ADAL" clId="{2A59A234-A485-44B4-B856-ACFE33F77F4D}" dt="2026-04-15T16:20:14.545" v="1923" actId="20577"/>
        <pc:sldMkLst>
          <pc:docMk/>
          <pc:sldMk cId="305354296" sldId="297"/>
        </pc:sldMkLst>
        <pc:spChg chg="mod">
          <ac:chgData name="Peter Davis" userId="556ab5e7-1189-4397-abc3-a43930057d65" providerId="ADAL" clId="{2A59A234-A485-44B4-B856-ACFE33F77F4D}" dt="2026-04-15T16:07:46.870" v="1716" actId="14100"/>
          <ac:spMkLst>
            <pc:docMk/>
            <pc:sldMk cId="305354296" sldId="297"/>
            <ac:spMk id="2" creationId="{34F97E39-D02F-87A4-151A-B002349F2FB4}"/>
          </ac:spMkLst>
        </pc:spChg>
        <pc:spChg chg="mod">
          <ac:chgData name="Peter Davis" userId="556ab5e7-1189-4397-abc3-a43930057d65" providerId="ADAL" clId="{2A59A234-A485-44B4-B856-ACFE33F77F4D}" dt="2026-04-15T16:10:27.017" v="1893" actId="20577"/>
          <ac:spMkLst>
            <pc:docMk/>
            <pc:sldMk cId="305354296" sldId="297"/>
            <ac:spMk id="3" creationId="{E468F76C-C175-FC66-BD01-C57C99365EEF}"/>
          </ac:spMkLst>
        </pc:spChg>
        <pc:spChg chg="mod">
          <ac:chgData name="Peter Davis" userId="556ab5e7-1189-4397-abc3-a43930057d65" providerId="ADAL" clId="{2A59A234-A485-44B4-B856-ACFE33F77F4D}" dt="2026-04-15T16:20:14.545" v="1923" actId="20577"/>
          <ac:spMkLst>
            <pc:docMk/>
            <pc:sldMk cId="305354296" sldId="297"/>
            <ac:spMk id="4" creationId="{525E4656-87D0-1F32-F8F8-0DC0C91FF5BD}"/>
          </ac:spMkLst>
        </pc:spChg>
      </pc:sldChg>
      <pc:sldChg chg="modSp new mod">
        <pc:chgData name="Peter Davis" userId="556ab5e7-1189-4397-abc3-a43930057d65" providerId="ADAL" clId="{2A59A234-A485-44B4-B856-ACFE33F77F4D}" dt="2026-04-15T17:33:25.989" v="2282" actId="20577"/>
        <pc:sldMkLst>
          <pc:docMk/>
          <pc:sldMk cId="982640726" sldId="298"/>
        </pc:sldMkLst>
        <pc:spChg chg="mod">
          <ac:chgData name="Peter Davis" userId="556ab5e7-1189-4397-abc3-a43930057d65" providerId="ADAL" clId="{2A59A234-A485-44B4-B856-ACFE33F77F4D}" dt="2026-04-15T16:21:29.735" v="1956" actId="20577"/>
          <ac:spMkLst>
            <pc:docMk/>
            <pc:sldMk cId="982640726" sldId="298"/>
            <ac:spMk id="2" creationId="{E2A84E60-F6CD-41C1-88E8-7D0717784A04}"/>
          </ac:spMkLst>
        </pc:spChg>
        <pc:spChg chg="mod">
          <ac:chgData name="Peter Davis" userId="556ab5e7-1189-4397-abc3-a43930057d65" providerId="ADAL" clId="{2A59A234-A485-44B4-B856-ACFE33F77F4D}" dt="2026-04-15T16:57:37.688" v="2228" actId="20577"/>
          <ac:spMkLst>
            <pc:docMk/>
            <pc:sldMk cId="982640726" sldId="298"/>
            <ac:spMk id="4" creationId="{E79175F3-C29B-662D-0381-9ECD251C1535}"/>
          </ac:spMkLst>
        </pc:spChg>
        <pc:spChg chg="mod">
          <ac:chgData name="Peter Davis" userId="556ab5e7-1189-4397-abc3-a43930057d65" providerId="ADAL" clId="{2A59A234-A485-44B4-B856-ACFE33F77F4D}" dt="2026-04-15T17:33:25.989" v="2282" actId="20577"/>
          <ac:spMkLst>
            <pc:docMk/>
            <pc:sldMk cId="982640726" sldId="298"/>
            <ac:spMk id="5" creationId="{CF82C649-AF7E-46E8-0968-891DB8EFCC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y.stackoverflow.co/2025/technology#most-popular-technologies-dev-envs-dev-env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PeteDavis2002/NotebooksVsScriptsKeyDifferenc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7477228" cy="4503682"/>
          </a:xfrm>
        </p:spPr>
        <p:txBody>
          <a:bodyPr>
            <a:normAutofit/>
          </a:bodyPr>
          <a:lstStyle/>
          <a:p>
            <a:r>
              <a:rPr lang="en-US" sz="7200" dirty="0"/>
              <a:t>IDEs &amp; Notebooks</a:t>
            </a:r>
            <a:br>
              <a:rPr lang="en-US" dirty="0"/>
            </a:br>
            <a:br>
              <a:rPr lang="en-US" dirty="0"/>
            </a:br>
            <a:r>
              <a:rPr lang="en-US" sz="4400" dirty="0"/>
              <a:t>Peter Davis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/>
          </a:bodyPr>
          <a:lstStyle/>
          <a:p>
            <a:r>
              <a:rPr lang="en-US" dirty="0"/>
              <a:t>- What is an IDE?</a:t>
            </a:r>
          </a:p>
          <a:p>
            <a:r>
              <a:rPr lang="en-US" dirty="0"/>
              <a:t>- What is a notebook?</a:t>
            </a:r>
          </a:p>
          <a:p>
            <a:r>
              <a:rPr lang="en-US" dirty="0"/>
              <a:t>- Why browser-based notebooks?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871728"/>
          </a:xfrm>
        </p:spPr>
        <p:txBody>
          <a:bodyPr/>
          <a:lstStyle/>
          <a:p>
            <a:r>
              <a:rPr lang="en-US" dirty="0"/>
              <a:t>What is an IDE?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1835573"/>
            <a:ext cx="6597650" cy="45191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IDE is an app in which you can write and run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Stands for Integrated Development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Can be used with any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Your one stop shop for:</a:t>
            </a:r>
          </a:p>
          <a:p>
            <a:pPr marL="742950" lvl="1" indent="-285750"/>
            <a:r>
              <a:rPr lang="en-US" sz="2400" dirty="0"/>
              <a:t>Editing</a:t>
            </a:r>
          </a:p>
          <a:p>
            <a:pPr marL="742950" lvl="1" indent="-285750"/>
            <a:r>
              <a:rPr lang="en-US" sz="2400" dirty="0"/>
              <a:t>Debugging</a:t>
            </a:r>
          </a:p>
          <a:p>
            <a:pPr marL="742950" lvl="1" indent="-285750"/>
            <a:r>
              <a:rPr lang="en-US" sz="2400" dirty="0"/>
              <a:t>Compiling/Interpreting (language dependent)</a:t>
            </a:r>
          </a:p>
          <a:p>
            <a:pPr marL="742950" lvl="1" indent="-285750"/>
            <a:r>
              <a:rPr lang="en-US" sz="2400" dirty="0"/>
              <a:t>Git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8537-4EF4-9ADD-DA02-21C4C100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483" y="360727"/>
            <a:ext cx="5838737" cy="794357"/>
          </a:xfrm>
        </p:spPr>
        <p:txBody>
          <a:bodyPr anchor="t">
            <a:normAutofit/>
          </a:bodyPr>
          <a:lstStyle/>
          <a:p>
            <a:r>
              <a:rPr lang="en-US" dirty="0"/>
              <a:t>Examples of IDEs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035AB-7DD4-1AD2-1E15-C84C9900FE3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196206" y="2550254"/>
            <a:ext cx="3318894" cy="371533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Visual Studio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IntelliJ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PyCharm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Notepad++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AAFF65D7-498A-B83B-9D4A-C3D060409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843" y="1516605"/>
            <a:ext cx="3762901" cy="4839745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DA1B46-0D1B-8420-11C9-78C32F87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ED09B-1C27-EC92-03A5-74B71BC5C2E3}"/>
              </a:ext>
            </a:extLst>
          </p:cNvPr>
          <p:cNvSpPr txBox="1"/>
          <p:nvPr/>
        </p:nvSpPr>
        <p:spPr>
          <a:xfrm>
            <a:off x="6743700" y="6327996"/>
            <a:ext cx="4434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Results of the 2025 </a:t>
            </a:r>
            <a:r>
              <a:rPr lang="en-US" sz="1600" dirty="0" err="1"/>
              <a:t>StackOverflow</a:t>
            </a:r>
            <a:r>
              <a:rPr lang="en-US" sz="1600" dirty="0"/>
              <a:t> Dev Survey</a:t>
            </a:r>
          </a:p>
        </p:txBody>
      </p:sp>
    </p:spTree>
    <p:extLst>
      <p:ext uri="{BB962C8B-B14F-4D97-AF65-F5344CB8AC3E}">
        <p14:creationId xmlns:p14="http://schemas.microsoft.com/office/powerpoint/2010/main" val="4177223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43621F2-FB49-A1B0-D661-F05C594F4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5" y="896112"/>
            <a:ext cx="9597057" cy="1362456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vs </a:t>
            </a:r>
            <a:r>
              <a:rPr lang="en-US" dirty="0" err="1"/>
              <a:t>Intellij</a:t>
            </a:r>
            <a:r>
              <a:rPr lang="en-US" dirty="0"/>
              <a:t> &amp; </a:t>
            </a:r>
            <a:r>
              <a:rPr lang="en-US" dirty="0" err="1"/>
              <a:t>Pycharm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52373-EA54-9A11-3165-78B828E2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248D93A-90C5-87FD-5077-79B38806F0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4" y="2590800"/>
            <a:ext cx="4515035" cy="3505200"/>
          </a:xfrm>
        </p:spPr>
        <p:txBody>
          <a:bodyPr/>
          <a:lstStyle/>
          <a:p>
            <a:r>
              <a:rPr lang="en-US" dirty="0" err="1"/>
              <a:t>VSCode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Started out as an editor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Highly modular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Customizable through extensions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 to use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07C65412-2603-28DD-1128-E03C0244D17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5989" y="2590800"/>
            <a:ext cx="4515035" cy="3505200"/>
          </a:xfrm>
        </p:spPr>
        <p:txBody>
          <a:bodyPr/>
          <a:lstStyle/>
          <a:p>
            <a:r>
              <a:rPr lang="en-US" dirty="0" err="1"/>
              <a:t>Jetbrains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Purpose built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Optimized for one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autocomplete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Premium version costs $$$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98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4DF04-DB38-BC38-4823-58110B894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803812" cy="864955"/>
          </a:xfrm>
        </p:spPr>
        <p:txBody>
          <a:bodyPr/>
          <a:lstStyle/>
          <a:p>
            <a:r>
              <a:rPr lang="en-US" dirty="0"/>
              <a:t>What is a notebook?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7DAB94-0822-ECD2-1C08-0F675DC70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3BE99-3EF3-4DB0-60FE-3D03917F5B8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1" y="2140373"/>
            <a:ext cx="6597372" cy="42147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notebook allows code to be mixed with documentation and visualizations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Require an interpreted and interactive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Often limited to </a:t>
            </a:r>
            <a:r>
              <a:rPr lang="en-US" sz="2400" dirty="0" err="1"/>
              <a:t>iPython</a:t>
            </a:r>
            <a:r>
              <a:rPr lang="en-US" sz="2400" dirty="0"/>
              <a:t> or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 and JS could theoretically work but…</a:t>
            </a:r>
          </a:p>
          <a:p>
            <a:pPr marL="742950" lvl="1" indent="-285750"/>
            <a:r>
              <a:rPr lang="en-US" sz="2400" dirty="0"/>
              <a:t>They aren’t “DSA” languages</a:t>
            </a:r>
          </a:p>
          <a:p>
            <a:pPr marL="742950" lvl="1" indent="-285750"/>
            <a:r>
              <a:rPr lang="en-US" sz="2400" dirty="0"/>
              <a:t>They lack established library ecosystems</a:t>
            </a:r>
          </a:p>
          <a:p>
            <a:pPr marL="742950" lvl="1" indent="-285750"/>
            <a:r>
              <a:rPr lang="en-US" sz="2400" dirty="0"/>
              <a:t>Not worth the 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691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13950-6E73-1712-2F27-641473F4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015" y="896111"/>
            <a:ext cx="8626415" cy="2039341"/>
          </a:xfrm>
        </p:spPr>
        <p:txBody>
          <a:bodyPr/>
          <a:lstStyle/>
          <a:p>
            <a:r>
              <a:rPr lang="en-US" dirty="0"/>
              <a:t>Some Popular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CF399-FE45-C86B-D328-220C073026F6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Browser-Based</a:t>
            </a:r>
          </a:p>
          <a:p>
            <a:r>
              <a:rPr lang="en-US" sz="2400" dirty="0"/>
              <a:t>Google </a:t>
            </a:r>
            <a:r>
              <a:rPr lang="en-US" sz="2400" dirty="0" err="1"/>
              <a:t>Colab</a:t>
            </a:r>
            <a:endParaRPr lang="en-US" sz="2400" dirty="0"/>
          </a:p>
          <a:p>
            <a:r>
              <a:rPr lang="en-US" sz="2400" dirty="0" err="1"/>
              <a:t>Deepnote</a:t>
            </a:r>
            <a:endParaRPr lang="en-US" sz="2400" dirty="0"/>
          </a:p>
          <a:p>
            <a:r>
              <a:rPr lang="en-US" sz="2400" dirty="0"/>
              <a:t>Kaggle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3141D-58BC-B74E-270E-DA3F5538F0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800" dirty="0"/>
              <a:t>Run Locally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Jupyter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Anaconda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 Markdown (in </a:t>
            </a:r>
            <a:r>
              <a:rPr lang="en-US" sz="2400" dirty="0" err="1"/>
              <a:t>Rstudio</a:t>
            </a:r>
            <a:r>
              <a:rPr lang="en-US" sz="24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B1C5D-D496-B6E2-05A4-8326FA25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068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4E60-F6CD-41C1-88E8-7D071778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 Based vs Local Notebooks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076EF8-8CDB-A650-D315-869F74FA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175F3-C29B-662D-0381-9ECD251C1535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Browser 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can be affected by browser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May require a subscription (</a:t>
            </a:r>
            <a:r>
              <a:rPr lang="en-US" dirty="0" err="1"/>
              <a:t>Colab</a:t>
            </a:r>
            <a:r>
              <a:rPr lang="en-US" dirty="0"/>
              <a:t>+, </a:t>
            </a:r>
            <a:r>
              <a:rPr lang="en-US" dirty="0" err="1"/>
              <a:t>Deepnote</a:t>
            </a:r>
            <a:r>
              <a:rPr lang="en-US" dirty="0"/>
              <a:t> Team)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82C649-AF7E-46E8-0968-891DB8EFCC60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executes on your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can be affected by hardware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Usually an IDE plugin</a:t>
            </a:r>
          </a:p>
        </p:txBody>
      </p:sp>
    </p:spTree>
    <p:extLst>
      <p:ext uri="{BB962C8B-B14F-4D97-AF65-F5344CB8AC3E}">
        <p14:creationId xmlns:p14="http://schemas.microsoft.com/office/powerpoint/2010/main" val="982640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7E39-D02F-87A4-151A-B002349F2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1379729"/>
          </a:xfrm>
        </p:spPr>
        <p:txBody>
          <a:bodyPr/>
          <a:lstStyle/>
          <a:p>
            <a:r>
              <a:rPr lang="en-US" dirty="0"/>
              <a:t>Notebooks vs 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8F76C-C175-FC66-BD01-C57C99365EE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39" y="3259056"/>
            <a:ext cx="3923453" cy="30065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Notebooks</a:t>
            </a:r>
          </a:p>
          <a:p>
            <a:r>
              <a:rPr lang="en-US" dirty="0"/>
              <a:t>Allow visualizations to be mixed with code</a:t>
            </a:r>
          </a:p>
          <a:p>
            <a:r>
              <a:rPr lang="en-US" dirty="0"/>
              <a:t>Optimized for DSA</a:t>
            </a:r>
          </a:p>
          <a:p>
            <a:r>
              <a:rPr lang="en-US" dirty="0"/>
              <a:t>Requires interactive languages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E4656-87D0-1F32-F8F8-0DC0C91FF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9066" y="3253740"/>
            <a:ext cx="4057453" cy="3006531"/>
          </a:xfrm>
        </p:spPr>
        <p:txBody>
          <a:bodyPr/>
          <a:lstStyle/>
          <a:p>
            <a:r>
              <a:rPr lang="en-US" dirty="0"/>
              <a:t>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Offers file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Optimized for </a:t>
            </a:r>
            <a:r>
              <a:rPr lang="en-US" dirty="0" err="1"/>
              <a:t>SoftDev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used with any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5B9D8-3DA4-DA92-1808-09E702FF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54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6"/>
            <a:ext cx="5528217" cy="192798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2743201"/>
            <a:ext cx="5528217" cy="2710542"/>
          </a:xfrm>
        </p:spPr>
        <p:txBody>
          <a:bodyPr bIns="0">
            <a:norm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https://survey.stackoverflow.co/2025/technology#most-popular-technologies-dev-envs-dev-envs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https://github.com/PeteDavis2002/NotebooksVsScriptsKeyDifferences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{62BA43A5-A242-4AC0-8FBF-576258A5B762}TF55c86556-70ea-476e-aa05-13a38f2d5b0da1381d77_win32-a3c664429073</Template>
  <TotalTime>4703</TotalTime>
  <Words>300</Words>
  <Application>Microsoft Office PowerPoint</Application>
  <PresentationFormat>Widescreen</PresentationFormat>
  <Paragraphs>83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Calibri</vt:lpstr>
      <vt:lpstr>Custom</vt:lpstr>
      <vt:lpstr>IDEs &amp; Notebooks  Peter Davis</vt:lpstr>
      <vt:lpstr>Agenda</vt:lpstr>
      <vt:lpstr>What is an IDE?</vt:lpstr>
      <vt:lpstr>Examples of IDEs</vt:lpstr>
      <vt:lpstr>VSCode vs Intellij &amp; Pycharm</vt:lpstr>
      <vt:lpstr>What is a notebook?</vt:lpstr>
      <vt:lpstr>Some Popular Notebooks</vt:lpstr>
      <vt:lpstr>Browser Based vs Local Notebooks</vt:lpstr>
      <vt:lpstr>Notebooks vs IDEs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Peter Davis</dc:creator>
  <cp:lastModifiedBy>Peter Davis</cp:lastModifiedBy>
  <cp:revision>1</cp:revision>
  <dcterms:created xsi:type="dcterms:W3CDTF">2026-04-13T16:24:56Z</dcterms:created>
  <dcterms:modified xsi:type="dcterms:W3CDTF">2026-04-19T17:57:16Z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